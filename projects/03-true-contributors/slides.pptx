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The True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Contributors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WHO ACTUALLY MOVES THE TABLE? · EXPECTED POINTS PER 90 WITH HONEST RANKS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OCTOBER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Lionel Messi (0.81 EP per 90) and Kylian Mbappé (0.77) are the only players sure of a top-10 place. Number 3 could rank anywhere from 1 to 34.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WHAT REPEATS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6207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EP per 90 carries over from season to season (r = 0.69); how decisive a player's goals are barely does (r = 0.17).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REALITY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32511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The model names the actual award winner in 12 of 33 league-seasons (chance: 0.1); a goals + assists count names 17.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Price the goal, then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share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Goals win points, but not the same number of points, and a goal is rarely one player's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price comes from Project 02: the expected final points just after a goal minus just before, from every minute of 13,206 matches. A go-ahead goal from level is worth 0.733 EP in the first 15 minutes and 1.507 in the last 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credit goes to the scorer, SCA1 (the action before the shot) and SCA2 (the action before that), each at the goal's full value, once per player per goal: 8,694 role credits merge into 84,148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Five leagues, seven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34,054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PRICED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12,599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MATCHES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4,167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PLAYERS · 900+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78.3%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WITH SCA2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FBref match pages, 2017-18 to 2023-24: Premier League, La Liga, Serie A, Bundesliga, Ligue 1. Shot tables, official scores, every player's minutes, position and age per match.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The data end in 2023-24: the SCA2 data end there because the source discontinued them.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Players told apart by birth date (45 shared names); minutes from the same matches as the goals.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Shrink the noise, then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rank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ADJUSTED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Pulled toward the position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EP per 90 is noisy over few minutes. Each rate is pulled toward its position's average, more when minutes are few: a forward with 1,000 minutes 79%, with 10,000 minutes 28%.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PLAUSIBLE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 range, not a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player's adjusted rate is drawn 4,000 times with its uncertainty and ranked each time. The plausible rank is where he lands 95% of the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Empirical Bayes by position (DerSimonian–Laird priors) · measured ranges from Project 02's 1,000 match-bootstrap resamples · fixed 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Two players are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sure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. The rest is a shortlist.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4,167 players with 900+ minutes. Green: top-10 chance of 95% or more. Whisker: 95% interval of the adjusted 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top 10, with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plausible ranks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310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594" y="1463040"/>
            <a:ext cx="21727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6822" y="1463040"/>
            <a:ext cx="16502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37" y="1463040"/>
            <a:ext cx="10406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651" y="1463040"/>
            <a:ext cx="112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9851" y="1463040"/>
            <a:ext cx="112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ADJUSTED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9051" y="1463040"/>
            <a:ext cx="138901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PLAUSIBLE 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19508" y="1463040"/>
            <a:ext cx="13019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TOP-10 CHANCE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594" y="1920240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6822" y="1920240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Barcelona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8537" y="1920240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16,516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651" y="192024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9851" y="192024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9051" y="1920240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1–4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19508" y="1920240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308860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2594" y="2308860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Kylian Mbappé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6822" y="2308860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Paris S-G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8537" y="2308860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16,403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651" y="230886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9851" y="2308860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9051" y="2308860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1–7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19508" y="2308860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69747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2594" y="269747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Neymar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6822" y="269747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Paris S-G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8537" y="269747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9,354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651" y="26974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9851" y="26974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9051" y="269747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1–34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19508" y="269747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08609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2594" y="308609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Erling Haaland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6822" y="308609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Dortmund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8537" y="308609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10,702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651" y="30860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19851" y="30860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9051" y="308609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9508" y="308609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47471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2594" y="347471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Robert Lewandowski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6822" y="347471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Bayern Munich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8537" y="347471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18,888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651" y="34747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9851" y="34747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9051" y="347471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19508" y="347471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386333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594" y="386333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Josip Iličić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6822" y="386333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Atalanta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8537" y="386333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8,176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651" y="386333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9851" y="386333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0.675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9051" y="386333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2–57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19508" y="386333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425195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594" y="425195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Cristiano Ronaldo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6822" y="425195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Juventus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68537" y="425195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13,704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0651" y="425195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19851" y="425195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39051" y="425195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2–41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19508" y="425195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64057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62594" y="464057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Paulo Dybala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26822" y="464057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Juventus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68537" y="464057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13,538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651" y="46405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0.744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19851" y="464057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9051" y="464057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3–45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19508" y="464057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502919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2594" y="502919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Mohamed Salah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26822" y="502919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Liverpool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68537" y="502919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20,697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00651" y="50291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19851" y="502919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39051" y="502919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3–42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19508" y="502919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45%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0080" y="5417819"/>
            <a:ext cx="4310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594" y="5417819"/>
            <a:ext cx="217278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Harry Kane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26822" y="5417819"/>
            <a:ext cx="16502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Tottenham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68537" y="5417819"/>
            <a:ext cx="1040674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20,645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651" y="54178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9851" y="5417819"/>
            <a:ext cx="112775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739051" y="5417819"/>
            <a:ext cx="138901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3–43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19508" y="5417819"/>
            <a:ext cx="130193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44%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EP per 90 measured and adjusted toward the position average. Plausible rank: 95% of 4,000 joint draws. Top-10 chance: share of draws in the top 10.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SHRINKAGE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raw top 10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misleads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5 of the raw top 10 leave the adjusted top 10 (grey): all short careers. Cole Palmer's 0.841 over 3,111 minutes is pulled to 0.600.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credit rule barely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799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8659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RULE VS FULL CREDIT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7483" y="1463040"/>
            <a:ext cx="188726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TOP-10 OVERLAP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6184" y="1463040"/>
            <a:ext cx="224702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RANK CORRELATION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4650" y="1463040"/>
            <a:ext cx="260678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LEADER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74520"/>
            <a:ext cx="10972799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865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Every role a credit (old rule)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483" y="1920240"/>
            <a:ext cx="18872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6184" y="1920240"/>
            <a:ext cx="22470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4650" y="1920240"/>
            <a:ext cx="260678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423160"/>
            <a:ext cx="38659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40/35/25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483" y="2423160"/>
            <a:ext cx="18872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6184" y="2423160"/>
            <a:ext cx="22470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0" y="2423160"/>
            <a:ext cx="260678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The split favours finishers: Mauro Icardi 39 → 17, Kevin De Bruyne 16 → 43.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SKILL OR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Volume repeats. Decisiveness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doesn't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39932"/>
            <a:ext cx="1097280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Consecutive seasons, top 5 leagues. EP per 90: r = 0.69 (5,665 pairs); EP per involvement: 0.17. Lines: 95% intervals.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REALITY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model's pick vs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6387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0231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2017-18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0609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2018-19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87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2019-20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1366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2020-21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1744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2021-22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2123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2022-23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2501" y="1463040"/>
            <a:ext cx="1228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2023-24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31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Salah · won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0609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Agüero · #174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87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Mané · 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1366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Fernandes · #56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1744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Salah · won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2123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Haaland · won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92501" y="192024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Palmer · #10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2316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0231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won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609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won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0987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#2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1366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1744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Benzema · won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2123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Griezmann · GK winner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2501" y="242316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Sørloth · #3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92608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0231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Dybala · #7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90609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Mertens · #4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987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Ronaldo · #3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1366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Muriel · #2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51744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Immobile · 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2123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Osimhen · #2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92501" y="292608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Dybala · 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42900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0231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Lewandowski · won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0609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Sancho · #4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0987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Sancho · #2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1366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Lewandowski · won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1744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Schick · #4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2123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Nkunku · #70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2501" y="342900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Guirassy · #7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931920"/>
            <a:ext cx="163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0231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Fekir · #2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0609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10987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Neymar · no award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31366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51744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2123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Messi · #3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92501" y="3931920"/>
            <a:ext cx="12289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Mbappé · won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Pick (surname) · won: the pick won the award · #: the actual winner's rank on the model's list. 12 of 33 named; top 3 in 20; chance 0.1; goals + assists leader 17.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SCA2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hidden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Julian Brandt is second with 40.98 EP from SCA2 alone, but his plausible rank runs from 1 to 26. Roles counted separately; whiskers: 95%.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EP PER INVOLVEMENT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Decisive goals describe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Average credit 0.687 EP. 26 players clearly above, 53 below (chance: ~11 each). The lowest all played for Barcelona, Bayern Munich, Manchester City or Paris S-G.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Best by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60704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MIDFIELDER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63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DEFENDER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874520"/>
            <a:ext cx="1060704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19202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19202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Lionel Messi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202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Kevin De Bruyne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19202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Raphaël Guerreiro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Kylian Mbappé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4231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Andrej Kramarić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4231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Achraf Hakimi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24231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9260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2926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Neymar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2926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2926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Thomas Müller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926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2926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Yannick Carrasco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29260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290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Erling Haaland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429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Marco Reus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29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Filip Kostić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429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31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3931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Robert Lewandowski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3931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3931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Bruno Fernandes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3931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39319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Álex Grimaldo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39319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Each pulled toward its own position's average (forwards 0.402, midfielders 0.221, defenders 0.114). Goalkeepers left out: best 0.012.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23 OR 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Young players to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799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10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31" y="1463040"/>
            <a:ext cx="238628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0260" y="1463040"/>
            <a:ext cx="16783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0067" y="1463040"/>
            <a:ext cx="7049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11474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5344" y="1463040"/>
            <a:ext cx="123591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2699" y="1463040"/>
            <a:ext cx="123591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ADJUSTED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20054" y="1463040"/>
            <a:ext cx="150138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OVERALL RANK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972799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531" y="1920240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Erling Haaland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0260" y="1920240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Dortmund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067" y="1920240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920240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10,702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5344" y="192024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92699" y="192024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054" y="1920240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0601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531" y="240601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Cole Palmer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0260" y="240601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Chelsea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067" y="240601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40601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5344" y="24060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2699" y="24060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0054" y="240601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91790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531" y="2891790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Jamal Musiala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0260" y="2891790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Bayern Munich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0067" y="2891790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2891790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6,302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5344" y="28917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92699" y="28917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0054" y="2891790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37756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531" y="337756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Bukayo Saka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0260" y="337756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Arsenal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0067" y="337756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37756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13,392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65344" y="33775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92699" y="33775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20054" y="337756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863339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2531" y="3863339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Vinicius Júnior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0260" y="3863339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Real Madrid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0067" y="3863339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3863339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11,579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5344" y="3863339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92699" y="3863339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20054" y="3863339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34911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2531" y="434911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Victor Boniface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60260" y="434911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Leverkusen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30067" y="434911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34911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1,546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5344" y="43491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92699" y="434911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20054" y="434911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4834890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2531" y="4834890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Khvicha Kvaratskhelia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60260" y="4834890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Napoli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30067" y="4834890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834890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5,255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65344" y="48348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92699" y="4834890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20054" y="4834890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5320665"/>
            <a:ext cx="351011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2531" y="5320665"/>
            <a:ext cx="2386289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Lucas Beltrán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60260" y="5320665"/>
            <a:ext cx="1678366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Fiorentina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30067" y="5320665"/>
            <a:ext cx="704972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26480" y="5320665"/>
            <a:ext cx="114742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1,692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5344" y="53206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92699" y="5320665"/>
            <a:ext cx="1235914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0.497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20054" y="5320665"/>
            <a:ext cx="1501385" cy="440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Aged 23 or under on 30 June 2024 (end of the data), 900+ minutes: 505 players. Short careers are pulled hardest.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Who should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Coaches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TRAINING &amp; 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4652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MATCH-DAY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Clubs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RECRUITMENT &amp; CONTRACTS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68680" y="4375404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60120" y="4434840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028700" y="4434840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097280" y="4434840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3444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366260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Rank adjusted rates, not raw per-90s: 5 of the raw top 10 are short careers that drop out.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699635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4,167 players · empirical Bayes by position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019675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960120" y="5079111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028700" y="5079111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97280" y="5079111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234440" y="501967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010531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EP per 90 repeats (r = 0.69); decisive-looking goals barely do (r = 0.17). Pay for involvement.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343906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95% CI 0.67–0.71 and 0.11–0.23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4652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POSITIONING A PLAYER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446520" y="4375404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53796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60654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675120" y="4434840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1228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4366260"/>
            <a:ext cx="3611880" cy="500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A pre-assist habit is partly real: the SCA2 share repeats (r = 0.38). A fair line in a playmaker's case.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66322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352 season pairs · 95% CI 0.27–0.48 · SCA2 on 78% of goals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186362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37960" y="5245798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606540" y="5245798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675120" y="5245798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812280" y="518636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177218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Awards follow box scores: the goals + assists leader matched 17 of 33 winners, the EP model 12.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510593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five different awards · a count, not a 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710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EVIDENCE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37360" y="5943600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82880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89738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96596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21031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089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20040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326898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33375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4747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4572000" y="6003036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464058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47091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463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0" y="5971032"/>
            <a:ext cx="5760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Definitions: methodology § Evidence labels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Prices, not causes: a goal's value says how much it mattered, not how hard it was.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Three roles only: defending, pressing and off-ball runs earn nothing; keepers and defenders are undervalued.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team or league adjustment: players at high-scoring clubs get more involvements.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SCA2 missing for 21.7% of goals; the data end in 2023-24 (source discontinued).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760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A normal prior pulls true outliers in too hard; plausible ranks ignore shared price uncertainty.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Two certainties.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Then a shortlist.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Lionel Messi and Kylian Mbappé are clear of everyone at 0.81 and 0.77 EP per 90. Below them, ranks are ranges. Short careers inflate raw per-90s, the volume of a player's involvement repeats while the decisiveness of his goals does not, and award voters follow the box score. For a club, the useful number is the adjusted rate with its plausible rank.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Thanks for reading.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/PROJECTS/03-TRUE-CONTRIBUTORS/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the shrinkage, the rank intervals, the award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        every player and player-season, with intervals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            players.py · shrink.py · build.py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