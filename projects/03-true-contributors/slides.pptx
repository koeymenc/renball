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The True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Contributors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WHO ACTUALLY MOVES THE TABLE? · A THREE-LAYER EXPECTED-POINTS ATTRIBUTION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2026·06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TL;DR — three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We take project 02's time-aware expected-points (EP) value function and credit a THIRD touchpoint per goal — the pre-assist (SCA2) — alongside the scorer and the assister.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Across 39,381 goals in six leagues and seven seasons, the per-90 board still leads with the consensus elite (Lionel Messi, 1.14 EP/90) — the framework clears the eye test before it surfaces surprises.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marquee finding: Julian Brandt collects 40.93 EP from pre-assists alone — second in Europe only to Messi (51.69) — and 39% of his total value comes from that single layer.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touchpoints,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two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counted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Every goal is built by a chain of contributions. The scoreboard credits the end of the chain and forgets the 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SCORER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377440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Puts the ball in the net. Always credited — the goal goes on his record.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36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ASSIST · SCA1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90672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The final pass. Sometimes credited, when the box score bothers to log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96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PRE-ASSIST · SCA2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803904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EFE8"/>
                </a:solidFill>
                <a:latin typeface="DM Sans"/>
              </a:rPr>
              <a:t>The pass before the pass. Almost never credited — it disappears into the squad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C1FF72"/>
                </a:solidFill>
                <a:latin typeface="DM Sans"/>
              </a:rPr>
              <a:t>→ Credit all three. Then ask who the model elevates that the box score does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framework runs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39,381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 EVENTS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SEASONS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6,516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PLAYERS W/ META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54680"/>
            <a:ext cx="10972800" cy="914400"/>
          </a:xfrm>
          <a:prstGeom prst="rect">
            <a:avLst/>
          </a:prstGeom>
          <a:solidFill>
            <a:srgbClr val="111A11"/>
          </a:solidFill>
          <a:ln w="1524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33756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C1FF72"/>
                </a:solidFill>
                <a:latin typeface="JetBrains Mono"/>
              </a:rPr>
              <a:t>three_layer credit  =  scorer ⊕ SCA1 ⊕ SCA2     (each role = 1 credit · EP summed)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51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Inherits project 02's value function verbatim — a goal is priced by the swing in expected league points it produces, conditioned on game-state and minute.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Per-90 = (EP / minutes) × 90. Minutes come from FBref summary tables — Top-5 leagues only, so every per-90 board excludes Eredivisie.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Absolute-EP boards keep all six leagues; per-90 boards are Top-5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Q1A · FULL-CREDIT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model clears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eye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by EP/90, ≥ 1,000 minutes, Top-5 leagues. The consensus elite leads — which is the point. Recover what everyone knows before surfacing surprises.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Q1B ·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Does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weighting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the credits change the answer?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Re-run the same board with credits weighted 0.40 / 0.35 / 0.25 (scorer / SCA1 / SCA2) — EP only, the minutes threshold is 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top eight is essentially identical. The biggest movers are pure scorers gaining a little under the heavier scoring weight: Lewandowski +6, Dovbyk +7.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Creator-heavy names slip a few places: Jallow −9, Ljajić −9.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That the tuned weights reproduce the simple 1/1/1 board IS the result — the ranking is not an artefact of the credit split.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Full rank-shift table on the dashboard · Q1 Rank Shift (A vs 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Q2 · PER-SEASON MVPS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model's MVPs,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season by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LA LIGA · 2022-23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Nicolas Jackson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Villarreal · 1.211 EP/90 over 1,598 minutes (26 credits).
Named Europe's most-valuable per-90 player a year before Chelsea paid £30m+ for 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5 LEAGUES COMBINED · 2020-21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Luis Muriel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Atalanta · 1.605 EP/90 (43 credits).
The model's Ballon d'Or pick that season — not what the trophy cabinet recorded.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Model's top EP/90 pick per (league × season) vs the real award winner — matched in 11 of 40 cells (28%). The model prices leverage, not reputation. Top-5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Q3 · LATE-GAME SPECIALISTS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late-game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substantives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by late share, ≥ 30 three-layer credits (super-subs filtered out). Includes all six leagues. Tello takes 73.8% of his value after the 60th minute.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Q5 · POSITION-ADJUSTED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Position-adjusted ·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outfield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39" y="1463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#1 PICK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630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EP/90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4630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4630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CREDITS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1920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Defender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39" y="19202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Samuel Iling-Junior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92024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1,128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4231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Midfielder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4231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Adem Ljajić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423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423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2,185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423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260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Forward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39" y="29260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1.141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2926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16,516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926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EP/90 per modal position, ≥ 1,000 minutes. GK excluded — a structural blind spot of the framework (top GK ~0.1 EP/90 vs ~1.1 for forwards). De Bruyne is the most-sampled elite pick anywhere here: 14,674 minutes, 206 credits.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Q6 · MARQUEE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Hidden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Architects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SCA2 EP collectors, stacked by contribution role. Bright accent = the pre-assist layer. One player is structurally different from everyone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model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exists to find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PRE-ASSIST ARCHITECT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Julian Brandt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A68F"/>
                </a:solidFill>
                <a:latin typeface="JetBrains Mono"/>
              </a:rPr>
              <a:t>Borussia Dortmund · MF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C1FF72"/>
                </a:solidFill>
                <a:latin typeface="Instrument Serif"/>
              </a:rPr>
              <a:t>40.93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EP COLLECTED FROM SCA2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Second in Europe only to Messi (51.69). The pre-assist is his single largest contribution layer.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SCA2 SHARE OF TOTAL 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65960"/>
            <a:ext cx="521208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1FF72"/>
                </a:solidFill>
                <a:latin typeface="DM Sans"/>
              </a:rPr>
              <a:t>Julian Brandt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2176272"/>
            <a:ext cx="3380935" cy="16459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698480" y="21031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38.7%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Nabil Fekir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2743200"/>
            <a:ext cx="2761081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698480" y="26700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31.6%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Lionel Messi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3310128"/>
            <a:ext cx="2158187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698480" y="323697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24.7%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Kylian Mbappé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3877056"/>
            <a:ext cx="1712569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98480" y="380390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19.6%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Mohamed Salah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4443984"/>
            <a:ext cx="1703832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698480" y="43708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Brandt's profile — 25% scorer / 37% SCA1 / 39% SCA2 — is shared by no pure goalscorer.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Q7 · UNDER-23 WATCHLIST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Young players to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EP/90, age ≤ 23, ≥ 500 minutes. Dim bars = under 2,000 minutes (low sample). Yamal sits #10 on 2,209 minutes at age 16.9 — real volume, not a cameo.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Contribution is a chain, not a tally. Pricing the pre-assist surfaces value the goal-and-assist box score structurally cannot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Recruitment: a player like Brandt — whose largest layer is the pass before the pass — is materially mis-valued by conventional output metrics.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ranking is stable. Re-weighting the three layers barely moves the board, so the discoveries beneath the elite are not an artefact of the credit split.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dashboard exposes all seven boards with per-league and per-season drill-down, so any analyst can apply their own thresholds.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isn't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Not xG-weighted, and penalties / own goals are not separated (inherited from project 02).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Credit caps at SCA2 — build-up beyond the pre-assist isn't captured.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Per-90 boards exclude Eredivisie: the minutes source covers the top five leagues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 opinion on goalkeepers — the three credited touchpoints are ones GKs rarely occupy.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Observational, not causal: EP is the gap between states a goal connects, not its counterfactual effect.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Full discussion: methodology.html · §5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Every player, every league, every season.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/PROJECTS/03-TRUE-CONTRIBUTORS/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      editorial write-up · Chart.js + custom SVG visuals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3494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dashboard.html       interactive Tabulator dashboard · 7 datasets · drill-down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methodology.html     three-layer attribution · seven questions · nine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2930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      Python pipeline — project 02 framework + SCA2 enrichment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